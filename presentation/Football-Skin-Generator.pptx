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914400"/>
            <a:ext cx="6400800" cy="4572000"/>
          </a:xfrm>
          <a:prstGeom prst="ellipse">
            <a:avLst/>
          </a:prstGeom>
          <a:solidFill>
            <a:srgbClr val="1E0A3C">
              <a:alpha val="60000"/>
            </a:srgbClr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⚽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GAME LOUNGE — INTERNAL TOOL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Football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Skin Generator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1097280" cy="36576"/>
          </a:xfrm>
          <a:prstGeom prst="rect">
            <a:avLst/>
          </a:prstGeom>
          <a:ln w="12700">
            <a:solidFill>
              <a:srgbClr val="4B17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Rebrand the Football Shootout game for any casino brand — in minutes, not days.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343400"/>
            <a:ext cx="1906524" cy="256032"/>
          </a:xfrm>
          <a:prstGeom prst="roundRect">
            <a:avLst>
              <a:gd name="adj" fmla="val 50000"/>
            </a:avLst>
          </a:prstGeom>
          <a:solidFill>
            <a:srgbClr val="1A0A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343400"/>
            <a:ext cx="19065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Fully browser-based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34640" y="4343400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1A0A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4343400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🔌 No server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2080" y="4343400"/>
            <a:ext cx="1673352" cy="256032"/>
          </a:xfrm>
          <a:prstGeom prst="roundRect">
            <a:avLst>
              <a:gd name="adj" fmla="val 50000"/>
            </a:avLst>
          </a:prstGeom>
          <a:solidFill>
            <a:srgbClr val="1A0A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4343400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📴 Offline capable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50+ casino brands. One football game.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Hundreds of assets.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73936"/>
            <a:ext cx="1097280" cy="36576"/>
          </a:xfrm>
          <a:prstGeom prst="rect">
            <a:avLst/>
          </a:prstGeom>
          <a:ln w="12700">
            <a:solidFill>
              <a:srgbClr val="4B179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3383280" cy="1188720"/>
          </a:xfrm>
          <a:prstGeom prst="roundRect">
            <a:avLst>
              <a:gd name="adj" fmla="val 9231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6771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Casino brands to skin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383280" cy="1188720"/>
          </a:xfrm>
          <a:prstGeom prst="roundRect">
            <a:avLst>
              <a:gd name="adj" fmla="val 9231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26771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38912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Animated WebP assets per skin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2103120"/>
            <a:ext cx="3383280" cy="1188720"/>
          </a:xfrm>
          <a:prstGeom prst="roundRect">
            <a:avLst>
              <a:gd name="adj" fmla="val 9231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26771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17+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2960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Frames per asset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Manually recolouring each frame for every brand would take weeks.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85876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had to be a better way.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3-step workflow that separates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from scale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097280" cy="36576"/>
          </a:xfrm>
          <a:prstGeom prst="rect">
            <a:avLst/>
          </a:prstGeom>
          <a:ln w="12700">
            <a:solidFill>
              <a:srgbClr val="4B179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3108960" cy="2011680"/>
          </a:xfrm>
          <a:prstGeom prst="roundRect">
            <a:avLst>
              <a:gd name="adj" fmla="val 5455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10512" y="2176272"/>
            <a:ext cx="402336" cy="402336"/>
          </a:xfrm>
          <a:prstGeom prst="ellipse">
            <a:avLst/>
          </a:prstGeom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10512" y="21762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700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⬡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34670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Paint sprite regions once.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 forever.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03320" y="28346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206240" y="2011680"/>
            <a:ext cx="3108960" cy="2011680"/>
          </a:xfrm>
          <a:prstGeom prst="roundRect">
            <a:avLst>
              <a:gd name="adj" fmla="val 5455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59552" y="2176272"/>
            <a:ext cx="402336" cy="402336"/>
          </a:xfrm>
          <a:prstGeom prst="ellipse">
            <a:avLst/>
          </a:prstGeom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9552" y="21762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26700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◈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297680" y="30632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334670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colours &amp; patterns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casino.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52360" y="28346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955280" y="2011680"/>
            <a:ext cx="3108960" cy="2011680"/>
          </a:xfrm>
          <a:prstGeom prst="roundRect">
            <a:avLst>
              <a:gd name="adj" fmla="val 5455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08592" y="2176272"/>
            <a:ext cx="402336" cy="402336"/>
          </a:xfrm>
          <a:prstGeom prst="ellipse">
            <a:avLst/>
          </a:prstGeom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08592" y="21762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0" y="26700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046720" y="30632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0" y="334670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&amp; download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ready-to-ship ZIPs.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2245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mask work happens once. After that, every new casino is just colours + click Export.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⬡ Mask Editor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35024"/>
            <a:ext cx="1097280" cy="36576"/>
          </a:xfrm>
          <a:prstGeom prst="rect">
            <a:avLst/>
          </a:prstGeom>
          <a:ln w="12700">
            <a:solidFill>
              <a:srgbClr val="4B17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81328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Paint colour regions directly onto the animated sprites. Every pixel you paint tells the tool which part of the kit it belongs to.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322576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24942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18488" y="2322576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24942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34056" y="2322576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4368" y="224942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9624" y="2322576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59936" y="224942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65192" y="232257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5504" y="224942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14081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🪄 Wand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82512" y="173736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Flood fill from click point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52560" y="128016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17152" y="14081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Range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17152" y="173736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colour globally across canvas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251460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26426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🖌️ Brush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82512" y="297180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Freehand paint any area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52560" y="251460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17152" y="26426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🔷 Lasso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17152" y="297180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Draw a shape to fill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9875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Masking Tools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3566160"/>
            <a:ext cx="1803197" cy="237744"/>
          </a:xfrm>
          <a:prstGeom prst="roundRect">
            <a:avLst>
              <a:gd name="adj" fmla="val 50000"/>
            </a:avLst>
          </a:prstGeom>
          <a:solidFill>
            <a:srgbClr val="0A061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566160"/>
            <a:ext cx="180319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↩ 40-level undo / redo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MASK EDITOR — ADVANCED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Paint smarter, not harder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35024"/>
            <a:ext cx="1097280" cy="36576"/>
          </a:xfrm>
          <a:prstGeom prst="rect">
            <a:avLst/>
          </a:prstGeom>
          <a:ln w="12700">
            <a:solidFill>
              <a:srgbClr val="4B17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72768"/>
            <a:ext cx="3566160" cy="1325880"/>
          </a:xfrm>
          <a:prstGeom prst="roundRect">
            <a:avLst>
              <a:gd name="adj" fmla="val 8276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70078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1F5F9"/>
                </a:solidFill>
              </a:rPr>
              <a:t>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7007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All GK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2029968"/>
            <a:ext cx="32369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click copies goalkeeper masks to all 7 poses — no need to repaint each one.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572768"/>
            <a:ext cx="3566160" cy="1325880"/>
          </a:xfrm>
          <a:prstGeom prst="roundRect">
            <a:avLst>
              <a:gd name="adj" fmla="val 8276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70078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1F5F9"/>
                </a:solidFill>
              </a:rPr>
              <a:t>🧹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92040" y="17007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Morph Operations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07992" y="2029968"/>
            <a:ext cx="32369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Smooth edges, fill holes, grow or shrink masks for pixel-perfect results.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0" y="1572768"/>
            <a:ext cx="3566160" cy="1325880"/>
          </a:xfrm>
          <a:prstGeom prst="roundRect">
            <a:avLst>
              <a:gd name="adj" fmla="val 8276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170078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1F5F9"/>
                </a:solidFill>
              </a:rPr>
              <a:t>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778240" y="17007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 Lock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94192" y="2029968"/>
            <a:ext cx="32369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 any region to prevent accidental overwrites while working on adjacent areas.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35808"/>
            <a:ext cx="3566160" cy="1325880"/>
          </a:xfrm>
          <a:prstGeom prst="roundRect">
            <a:avLst>
              <a:gd name="adj" fmla="val 8276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16382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1F5F9"/>
                </a:solidFill>
              </a:rPr>
              <a:t>💾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31638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&amp; Reload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3493008"/>
            <a:ext cx="32369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masks as JSON files. Reload them next session — never repaint from scratch.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3035808"/>
            <a:ext cx="3566160" cy="1325880"/>
          </a:xfrm>
          <a:prstGeom prst="roundRect">
            <a:avLst>
              <a:gd name="adj" fmla="val 8276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07992" y="316382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1F5F9"/>
                </a:solidFill>
              </a:rPr>
              <a:t>🎞️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92040" y="31638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 Strip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07992" y="3493008"/>
            <a:ext cx="32369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Navigate all animation frames. Copy a region to all frames with one click.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0" y="3035808"/>
            <a:ext cx="3566160" cy="1325880"/>
          </a:xfrm>
          <a:prstGeom prst="roundRect">
            <a:avLst>
              <a:gd name="adj" fmla="val 8276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94192" y="316382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1F5F9"/>
                </a:solidFill>
              </a:rPr>
              <a:t>🔍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778240" y="31638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Zoom &amp; Pan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94192" y="3493008"/>
            <a:ext cx="32369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Zoom in for precision painting, pan with right-click drag. Contrast boost for visibility.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 Preset Manager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35024"/>
            <a:ext cx="1097280" cy="36576"/>
          </a:xfrm>
          <a:prstGeom prst="rect">
            <a:avLst/>
          </a:prstGeom>
          <a:ln w="12700">
            <a:solidFill>
              <a:srgbClr val="4B17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8132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each casino's kit: colours, patterns, and blend intensity for both player and goalkeeper independently.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49424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1A0A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49424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Shirt colour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2249424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1A0A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2249424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Socks colour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06240" y="2249424"/>
            <a:ext cx="1284732" cy="256032"/>
          </a:xfrm>
          <a:prstGeom prst="roundRect">
            <a:avLst>
              <a:gd name="adj" fmla="val 50000"/>
            </a:avLst>
          </a:prstGeom>
          <a:solidFill>
            <a:srgbClr val="1A0A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249424"/>
            <a:ext cx="12847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Shorts colour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973836" cy="256032"/>
          </a:xfrm>
          <a:prstGeom prst="roundRect">
            <a:avLst>
              <a:gd name="adj" fmla="val 50000"/>
            </a:avLst>
          </a:prstGeom>
          <a:solidFill>
            <a:srgbClr val="1A0A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96896"/>
            <a:ext cx="9738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Skin tone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31720" y="2596896"/>
            <a:ext cx="1284732" cy="256032"/>
          </a:xfrm>
          <a:prstGeom prst="roundRect">
            <a:avLst>
              <a:gd name="adj" fmla="val 50000"/>
            </a:avLst>
          </a:prstGeom>
          <a:solidFill>
            <a:srgbClr val="1A0A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2596896"/>
            <a:ext cx="12847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colour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662940" cy="256032"/>
          </a:xfrm>
          <a:prstGeom prst="roundRect">
            <a:avLst>
              <a:gd name="adj" fmla="val 50000"/>
            </a:avLst>
          </a:prstGeom>
          <a:solidFill>
            <a:srgbClr val="1A0A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90672"/>
            <a:ext cx="6629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3090672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1A0A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3090672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Vertical stripes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38144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1A0A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38144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Diagonal stripes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3438144"/>
            <a:ext cx="1129284" cy="256032"/>
          </a:xfrm>
          <a:prstGeom prst="roundRect">
            <a:avLst>
              <a:gd name="adj" fmla="val 50000"/>
            </a:avLst>
          </a:prstGeom>
          <a:solidFill>
            <a:srgbClr val="1A0A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438144"/>
            <a:ext cx="11292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Half &amp; half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0" y="128016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1A103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140817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1F5F9"/>
                </a:solidFill>
              </a:rPr>
              <a:t>📊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49440" y="140817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CSV Import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65392" y="1737360"/>
            <a:ext cx="4974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100+ casino presets from a spreadsheet in seconds. No manual entry.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260604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273405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1F5F9"/>
                </a:solidFill>
              </a:rPr>
              <a:t>🎚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949440" y="273405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Blend Opacity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65392" y="3063240"/>
            <a:ext cx="4974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how strongly each colour applies per region. Subtle skin tones, vivid shirts.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393192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405993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1F5F9"/>
                </a:solidFill>
              </a:rPr>
              <a:t>📐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49440" y="405993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 Angle Control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65392" y="4389120"/>
            <a:ext cx="4974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diagonal stripe angle from −45° to +45° in 5° steps.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Export &amp; Package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35024"/>
            <a:ext cx="1097280" cy="36576"/>
          </a:xfrm>
          <a:prstGeom prst="rect">
            <a:avLst/>
          </a:prstGeom>
          <a:ln w="12700">
            <a:solidFill>
              <a:srgbClr val="4B17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72768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0A1F1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Assets 9/9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572768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0A1F1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5727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Masks 9/9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572768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0A1F1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5727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Presets 12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1572768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0A1F1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0" y="15727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PNGs 10/10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31136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35915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1F5F9"/>
                </a:solidFill>
              </a:rPr>
              <a:t>👁️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2359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/ After Preview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2688336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a live preview of any casino's kit before committing to export.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2231136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7992" y="235915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1F5F9"/>
                </a:solidFill>
              </a:rPr>
              <a:t>📦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92040" y="2359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Flexible Packaging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07992" y="2688336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 ZIPs per casino, one master ZIP, or both — your choice per export.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0" y="2231136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235915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1F5F9"/>
                </a:solidFill>
              </a:rPr>
              <a:t>🦖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778240" y="2359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T-Rex Guard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94192" y="2688336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PNG slots? A friendly T-Rex blocks export and lists exactly what's missing.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ZIP contains 9 recoloured WebP files + 10 PNG UI assets + all original game files — ready to deploy.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long does it actually take?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35024"/>
            <a:ext cx="1097280" cy="36576"/>
          </a:xfrm>
          <a:prstGeom prst="rect">
            <a:avLst/>
          </a:prstGeom>
          <a:ln w="12700">
            <a:solidFill>
              <a:srgbClr val="4B17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64208"/>
            <a:ext cx="402336" cy="402336"/>
          </a:xfrm>
          <a:prstGeom prst="ellipse">
            <a:avLst/>
          </a:prstGeom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642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642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Paint Masks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91109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Paint the 5 regions on the player, ball, and goalkeeper sprites. Propagate to all frames and GK poses.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2148840"/>
            <a:ext cx="2556662" cy="201168"/>
          </a:xfrm>
          <a:prstGeom prst="roundRect">
            <a:avLst>
              <a:gd name="adj" fmla="val 50000"/>
            </a:avLst>
          </a:prstGeom>
          <a:solidFill>
            <a:srgbClr val="1A0A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48840"/>
            <a:ext cx="255666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1–2 hours — done once, forever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2414016"/>
            <a:ext cx="36576" cy="457200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71216"/>
            <a:ext cx="402336" cy="402336"/>
          </a:xfrm>
          <a:prstGeom prst="ellipse">
            <a:avLst/>
          </a:prstGeom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712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8712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Casino Presets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11810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colours, patterns and opacities for each casino. Or bulk-import via CSV.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3355848"/>
            <a:ext cx="3198571" cy="201168"/>
          </a:xfrm>
          <a:prstGeom prst="roundRect">
            <a:avLst>
              <a:gd name="adj" fmla="val 50000"/>
            </a:avLst>
          </a:prstGeom>
          <a:solidFill>
            <a:srgbClr val="1A0A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355848"/>
            <a:ext cx="319857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~10 min per casino (or seconds via CSV)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3621024"/>
            <a:ext cx="36576" cy="457200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078224"/>
            <a:ext cx="402336" cy="402336"/>
          </a:xfrm>
          <a:prstGeom prst="ellipse">
            <a:avLst/>
          </a:prstGeom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78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0782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Packages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32511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casinos, upload 10 PNGs, click Export. Files download automatically.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05840" y="4562856"/>
            <a:ext cx="2200046" cy="201168"/>
          </a:xfrm>
          <a:prstGeom prst="roundRect">
            <a:avLst>
              <a:gd name="adj" fmla="val 50000"/>
            </a:avLst>
          </a:prstGeom>
          <a:solidFill>
            <a:srgbClr val="1A0A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562856"/>
            <a:ext cx="22000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~5 min for any size batch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0" y="1572768"/>
            <a:ext cx="5303520" cy="3200400"/>
          </a:xfrm>
          <a:prstGeom prst="roundRect">
            <a:avLst>
              <a:gd name="adj" fmla="val 4286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to add a new casino after masks are painted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22860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~15 min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6400800" y="30906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casino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0" y="3456432"/>
            <a:ext cx="4389120" cy="13716"/>
          </a:xfrm>
          <a:prstGeom prst="rect">
            <a:avLst/>
          </a:prstGeom>
          <a:solidFill>
            <a:srgbClr val="2D1F55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5661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vs. hours of manual Photoshop work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HOOD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Highlights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35024"/>
            <a:ext cx="1097280" cy="36576"/>
          </a:xfrm>
          <a:prstGeom prst="rect">
            <a:avLst/>
          </a:prstGeom>
          <a:ln w="12700">
            <a:solidFill>
              <a:srgbClr val="4B17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72768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700784"/>
            <a:ext cx="1177747" cy="237744"/>
          </a:xfrm>
          <a:prstGeom prst="roundRect">
            <a:avLst>
              <a:gd name="adj" fmla="val 50000"/>
            </a:avLst>
          </a:prstGeom>
          <a:solidFill>
            <a:srgbClr val="0A061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00784"/>
            <a:ext cx="117774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Browser-based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202996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installation needed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2322576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entirely in Chrome or Edge. No server, no uploads, no dependencies to install.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55080" y="1572768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19672" y="1700784"/>
            <a:ext cx="1525219" cy="237744"/>
          </a:xfrm>
          <a:prstGeom prst="roundRect">
            <a:avLst>
              <a:gd name="adj" fmla="val 50000"/>
            </a:avLst>
          </a:prstGeom>
          <a:solidFill>
            <a:srgbClr val="0A061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700784"/>
            <a:ext cx="15252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WebP Encode/Decode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19672" y="202996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Frame-by-frame processing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19672" y="2322576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Decodes animated WebP frame by frame, recolours each independently, re-encodes with original timing.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64408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392424"/>
            <a:ext cx="1594714" cy="237744"/>
          </a:xfrm>
          <a:prstGeom prst="roundRect">
            <a:avLst>
              <a:gd name="adj" fmla="val 50000"/>
            </a:avLst>
          </a:prstGeom>
          <a:solidFill>
            <a:srgbClr val="0A0616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392424"/>
            <a:ext cx="159471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Pixel-perfect masks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" y="372160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mask arrays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4014216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frame stores a Uint8Array mask per region — precise, fast, and losslessly serialised to JSON.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55080" y="3264408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3392424"/>
            <a:ext cx="1108253" cy="237744"/>
          </a:xfrm>
          <a:prstGeom prst="roundRect">
            <a:avLst>
              <a:gd name="adj" fmla="val 50000"/>
            </a:avLst>
          </a:prstGeom>
          <a:solidFill>
            <a:srgbClr val="0A061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3392424"/>
            <a:ext cx="110825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Electron app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19672" y="372160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locally too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4014216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be launched as a desktop app via npm start on Windows for an offline-first experience.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tool is a game changer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35024"/>
            <a:ext cx="1097280" cy="36576"/>
          </a:xfrm>
          <a:prstGeom prst="rect">
            <a:avLst/>
          </a:prstGeom>
          <a:ln w="12700">
            <a:solidFill>
              <a:srgbClr val="4B17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0078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27632"/>
            <a:ext cx="11064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Masks are a one-time investment. 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1064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Paint once, power every future casino from the same file.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7627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11064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without extra effort. 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304288"/>
            <a:ext cx="11064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Adding 50 more casinos takes the same 5 minutes as adding 1.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78608"/>
            <a:ext cx="11064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design tool required. 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779776"/>
            <a:ext cx="11064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Photoshop, no After Effects. Everything runs in the browser.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2724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54096"/>
            <a:ext cx="11064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Animation preserved. 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255264"/>
            <a:ext cx="11064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frame recoloured while keeping original timing and motion.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60273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29584"/>
            <a:ext cx="11064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CSV import. 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730752"/>
            <a:ext cx="11064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in a spreadsheet of 100 casinos, export them all at once.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7822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005072"/>
            <a:ext cx="11064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before delivery. 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11064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T-Rex guard and status cards catch issues before bad ZIPs get shipped.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914400"/>
            <a:ext cx="6400800" cy="4572000"/>
          </a:xfrm>
          <a:prstGeom prst="ellipse">
            <a:avLst/>
          </a:prstGeom>
          <a:solidFill>
            <a:srgbClr val="1E0A3C">
              <a:alpha val="60000"/>
            </a:srgbClr>
          </a:solidFill>
          <a:ln w="12700">
            <a:solidFill>
              <a:srgbClr val="1E0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🏆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FOOTBALL SKIN GENERATOR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speed.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scale.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1097280" cy="36576"/>
          </a:xfrm>
          <a:prstGeom prst="rect">
            <a:avLst/>
          </a:prstGeom>
          <a:ln w="12700">
            <a:solidFill>
              <a:srgbClr val="4B179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2834640"/>
            <a:ext cx="1097280" cy="36576"/>
          </a:xfrm>
          <a:prstGeom prst="rect">
            <a:avLst/>
          </a:prstGeom>
          <a:ln w="12700">
            <a:solidFill>
              <a:srgbClr val="4B179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320040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59152" y="3364992"/>
            <a:ext cx="402336" cy="402336"/>
          </a:xfrm>
          <a:prstGeom prst="ellipse">
            <a:avLst/>
          </a:prstGeom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9152" y="3364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8587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⬡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80160" y="4251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453542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69080" y="39319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0" y="320040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42432" y="3364992"/>
            <a:ext cx="402336" cy="402336"/>
          </a:xfrm>
          <a:prstGeom prst="ellipse">
            <a:avLst/>
          </a:prstGeom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3364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38587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◈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663440" y="4251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453542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casino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52360" y="39319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955280" y="320040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A1030"/>
          </a:solidFill>
          <a:ln w="12700">
            <a:solidFill>
              <a:srgbClr val="2D1F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25712" y="3364992"/>
            <a:ext cx="402336" cy="402336"/>
          </a:xfrm>
          <a:prstGeom prst="ellipse">
            <a:avLst/>
          </a:prstGeom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25712" y="3364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0" y="38587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046720" y="4251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0" y="453542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scale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5257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88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 Live demo follows.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Game Lounge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Football Skin Generator</dc:title>
  <dc:subject>Football Skin Generator</dc:subject>
  <dc:creator>Game Lounge</dc:creator>
  <cp:lastModifiedBy>Game Lounge</cp:lastModifiedBy>
  <cp:revision>1</cp:revision>
  <dcterms:created xsi:type="dcterms:W3CDTF">2026-06-03T11:32:56Z</dcterms:created>
  <dcterms:modified xsi:type="dcterms:W3CDTF">2026-06-03T11:32:56Z</dcterms:modified>
</cp:coreProperties>
</file>